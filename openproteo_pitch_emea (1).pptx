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745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OPENPROTEO  ·  ITALY LEGAL ARCHIVE AUTOMATION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by October.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4612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by August.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4251960"/>
            <a:ext cx="9079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habits that make AI-first delivery real — not a slogan.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0" y="649224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leadership · August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POINT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and a half months, reclaimed.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deadline. Our honest estimate. What we actually delivered.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3977640"/>
            <a:ext cx="10360152" cy="18288"/>
          </a:xfrm>
          <a:prstGeom prst="rect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7034" y="3886200"/>
            <a:ext cx="201168" cy="201168"/>
          </a:xfrm>
          <a:prstGeom prst="ellipse">
            <a:avLst/>
          </a:prstGeom>
          <a:solidFill>
            <a:srgbClr val="A812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8898" y="3063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Mid-August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68898" y="34747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49294" y="3913632"/>
            <a:ext cx="146304" cy="146304"/>
          </a:xfrm>
          <a:prstGeom prst="ellipse">
            <a:avLst/>
          </a:prstGeom>
          <a:solidFill>
            <a:srgbClr val="1A1A1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33726" y="4224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31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833726" y="4480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deadline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750979" y="3913632"/>
            <a:ext cx="146304" cy="146304"/>
          </a:xfrm>
          <a:prstGeom prst="ellipse">
            <a:avLst/>
          </a:prstGeom>
          <a:solidFill>
            <a:srgbClr val="C9C9C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69651" y="3063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31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269651" y="3429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honest estimate — real risk of missing it entirely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62356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didn’t just meet the deadline — </a:t>
            </a:r>
            <a:pPr algn="ctr" indent="0" marL="0">
              <a:buNone/>
            </a:pPr>
            <a:r>
              <a:rPr lang="en-US" sz="20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made the worst case irrelevant.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0" y="649224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leadership · August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05  —  THE PLAYBOOK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143000" cy="114300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97480"/>
            <a:ext cx="10908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</a:t>
            </a:r>
            <a:pPr indent="0" marL="0">
              <a:buNone/>
            </a:pPr>
            <a:r>
              <a:rPr lang="en-US" sz="50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94760"/>
            <a:ext cx="8869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doesn’t just help you type faster. It collapses the distance between an idea and working software.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78628" y="6419088"/>
            <a:ext cx="137160" cy="13716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52948" y="6419088"/>
            <a:ext cx="137160" cy="137160"/>
          </a:xfrm>
          <a:prstGeom prst="ellipse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27268" y="6419088"/>
            <a:ext cx="137160" cy="137160"/>
          </a:xfrm>
          <a:prstGeom prst="ellipse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1588" y="6419088"/>
            <a:ext cx="137160" cy="137160"/>
          </a:xfrm>
          <a:prstGeom prst="ellipse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75908" y="6419088"/>
            <a:ext cx="137160" cy="137160"/>
          </a:xfrm>
          <a:prstGeom prst="ellipse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0" y="649224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leadership · August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  —  THE PLAYBOOK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143000" cy="114300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97480"/>
            <a:ext cx="10908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</a:t>
            </a:r>
            <a:pPr indent="0" marL="0">
              <a:buNone/>
            </a:pPr>
            <a:r>
              <a:rPr lang="en-US" sz="50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94760"/>
            <a:ext cx="8869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doesn’t get tired, skip a step, or repeat a mistake. It runs the same way, every single time.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78628" y="6419088"/>
            <a:ext cx="137160" cy="137160"/>
          </a:xfrm>
          <a:prstGeom prst="ellipse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52948" y="6419088"/>
            <a:ext cx="137160" cy="13716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27268" y="6419088"/>
            <a:ext cx="137160" cy="137160"/>
          </a:xfrm>
          <a:prstGeom prst="ellipse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1588" y="6419088"/>
            <a:ext cx="137160" cy="137160"/>
          </a:xfrm>
          <a:prstGeom prst="ellipse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75908" y="6419088"/>
            <a:ext cx="137160" cy="137160"/>
          </a:xfrm>
          <a:prstGeom prst="ellipse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0" y="649224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leadership · August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  —  THE PLAYBOOK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143000" cy="114300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97480"/>
            <a:ext cx="10908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</a:t>
            </a:r>
            <a:pPr indent="0" marL="0">
              <a:buNone/>
            </a:pPr>
            <a:r>
              <a:rPr lang="en-US" sz="50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FANCY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94760"/>
            <a:ext cx="8869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has to earn its use, not just perform its function. We didn’t just make it work — we made it something people want to open.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78628" y="6419088"/>
            <a:ext cx="137160" cy="137160"/>
          </a:xfrm>
          <a:prstGeom prst="ellipse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52948" y="6419088"/>
            <a:ext cx="137160" cy="137160"/>
          </a:xfrm>
          <a:prstGeom prst="ellipse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27268" y="6419088"/>
            <a:ext cx="137160" cy="13716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1588" y="6419088"/>
            <a:ext cx="137160" cy="137160"/>
          </a:xfrm>
          <a:prstGeom prst="ellipse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75908" y="6419088"/>
            <a:ext cx="137160" cy="137160"/>
          </a:xfrm>
          <a:prstGeom prst="ellipse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0" y="649224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leadership · August 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  —  THE PLAYBOOK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143000" cy="114300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97480"/>
            <a:ext cx="10908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</a:t>
            </a:r>
            <a:pPr indent="0" marL="0">
              <a:buNone/>
            </a:pPr>
            <a:r>
              <a:rPr lang="en-US" sz="50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94760"/>
            <a:ext cx="8869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asked the people who’d use it every day what they wanted — down to the smallest detail. Especially the smallest details.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78628" y="6419088"/>
            <a:ext cx="137160" cy="137160"/>
          </a:xfrm>
          <a:prstGeom prst="ellipse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52948" y="6419088"/>
            <a:ext cx="137160" cy="137160"/>
          </a:xfrm>
          <a:prstGeom prst="ellipse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27268" y="6419088"/>
            <a:ext cx="137160" cy="137160"/>
          </a:xfrm>
          <a:prstGeom prst="ellipse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1588" y="6419088"/>
            <a:ext cx="137160" cy="13716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75908" y="6419088"/>
            <a:ext cx="137160" cy="137160"/>
          </a:xfrm>
          <a:prstGeom prst="ellipse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0" y="649224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leadership · August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05  —  THE PLAYBOOK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143000" cy="114300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97480"/>
            <a:ext cx="10908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</a:t>
            </a:r>
            <a:pPr indent="0" marL="0">
              <a:buNone/>
            </a:pPr>
            <a:r>
              <a:rPr lang="en-US" sz="50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94760"/>
            <a:ext cx="8869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Fast. Automatic. Fancy. Theirs. Put the four together, and “not before October” becomes “done by August.”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257800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31 deadline  →  Oct 31 honest estimate  →  delivered mid-August.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78628" y="6419088"/>
            <a:ext cx="137160" cy="137160"/>
          </a:xfrm>
          <a:prstGeom prst="ellipse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52948" y="6419088"/>
            <a:ext cx="137160" cy="137160"/>
          </a:xfrm>
          <a:prstGeom prst="ellipse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27268" y="6419088"/>
            <a:ext cx="137160" cy="137160"/>
          </a:xfrm>
          <a:prstGeom prst="ellipse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1588" y="6419088"/>
            <a:ext cx="137160" cy="137160"/>
          </a:xfrm>
          <a:prstGeom prst="ellipse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75908" y="6419088"/>
            <a:ext cx="137160" cy="137160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0" y="649224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leadership · August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CLOSING THOUGHT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Achilles and the Tortoise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Zeno’s paradox — and the one we chose to break.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848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paradox everyone accepts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606040"/>
            <a:ext cx="10543032" cy="16459"/>
          </a:xfrm>
          <a:prstGeom prst="rect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2532888"/>
            <a:ext cx="146304" cy="146304"/>
          </a:xfrm>
          <a:prstGeom prst="ellipse">
            <a:avLst/>
          </a:prstGeom>
          <a:solidFill>
            <a:srgbClr val="2D2D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7340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Achilles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580480" y="2564892"/>
            <a:ext cx="82296" cy="82296"/>
          </a:xfrm>
          <a:prstGeom prst="ellipse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77367" y="2569464"/>
            <a:ext cx="73152" cy="73152"/>
          </a:xfrm>
          <a:prstGeom prst="ellipse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47103" y="2574036"/>
            <a:ext cx="64008" cy="64008"/>
          </a:xfrm>
          <a:prstGeom prst="ellipse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89687" y="2578608"/>
            <a:ext cx="54864" cy="54864"/>
          </a:xfrm>
          <a:prstGeom prst="ellipse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15980" y="2583180"/>
            <a:ext cx="45720" cy="45720"/>
          </a:xfrm>
          <a:prstGeom prst="ellipse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64520" y="2331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274552" y="2514600"/>
            <a:ext cx="182880" cy="182880"/>
          </a:xfrm>
          <a:prstGeom prst="ellipse">
            <a:avLst/>
          </a:prstGeom>
          <a:solidFill>
            <a:srgbClr val="5A5A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43032" y="27523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Tortoise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29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instead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977640"/>
            <a:ext cx="10543032" cy="16459"/>
          </a:xfrm>
          <a:prstGeom prst="rect">
            <a:avLst/>
          </a:prstGeom>
          <a:solidFill>
            <a:srgbClr val="C9C9C9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4984" y="3895344"/>
            <a:ext cx="164592" cy="164592"/>
          </a:xfrm>
          <a:prstGeom prst="ellipse">
            <a:avLst/>
          </a:prstGeom>
          <a:solidFill>
            <a:srgbClr val="A812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114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Achilles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530188" y="3886200"/>
            <a:ext cx="182880" cy="182880"/>
          </a:xfrm>
          <a:prstGeom prst="ellipse">
            <a:avLst/>
          </a:prstGeom>
          <a:solidFill>
            <a:srgbClr val="5A5A5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72988" y="41239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Tortoise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97280" y="3977640"/>
            <a:ext cx="9765792" cy="0"/>
          </a:xfrm>
          <a:prstGeom prst="line">
            <a:avLst/>
          </a:prstGeom>
          <a:noFill/>
          <a:ln w="31750">
            <a:solidFill>
              <a:srgbClr val="A8123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1164824" y="3776472"/>
            <a:ext cx="402336" cy="402336"/>
          </a:xfrm>
          <a:prstGeom prst="ellipse">
            <a:avLst/>
          </a:prstGeom>
          <a:solidFill>
            <a:srgbClr val="A8123A"/>
          </a:solidFill>
          <a:ln w="12700">
            <a:solidFill>
              <a:srgbClr val="A812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1164824" y="3776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4800600"/>
            <a:ext cx="999439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Whoever waits for automation to prove itself takes small, safe steps — certain they’re still ahead. </a:t>
            </a:r>
            <a:pPr algn="ctr" indent="0" marL="0">
              <a:lnSpc>
                <a:spcPct val="130000"/>
              </a:lnSpc>
              <a:buNone/>
            </a:pPr>
            <a:r>
              <a:rPr lang="en-US" sz="1900" b="1" i="1" dirty="0">
                <a:solidFill>
                  <a:srgbClr val="A81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didn’t argue with the paradox. We just let Achilles run.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0" y="649224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leadership · August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2026-09-11T07:07:25Z</dcterms:created>
  <dcterms:modified xsi:type="dcterms:W3CDTF">2026-09-11T07:07:25Z</dcterms:modified>
</cp:coreProperties>
</file>