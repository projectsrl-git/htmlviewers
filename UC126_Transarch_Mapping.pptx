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00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UC126 → Transarch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report storici del Legal Archive ai feed applicativi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4114800" cy="36576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descoping dei report UC126 dal perimetro di archiviazione e la loro sostituzione con i feed verticali di Transarch, applicativo per applicativo.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esercizio di mappatura campo per campo, per non perdere la bussola quando il dato non vive più in un report unico.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10515600" cy="621792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687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5971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 di report UC126 mappate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0" y="5687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5971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sorgente coinvolti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5687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5971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Perimetro: solo saldo giornaliero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52560" y="5687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52560" y="5971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Transarch del programma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UC126 non archivia più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UC126 generava i report storici di anagrafica, saldi e transazioni destinati al Legal Archive, in vista del decommissioning degli applicativi legacy. Quei report sono stati esclusi dal perimetro di archiviazione e sostituiti dai feed di Transarch.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532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01368"/>
            <a:ext cx="5202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funzionava — UC126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148840"/>
            <a:ext cx="520293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 unico e trasversale a tutti gli applicativi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già integrato e modellato per la consultazione futura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Pensato come un data model da data warehouse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 da un livello di reportistica dedicato, non dagli applicativi stessi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 di business già normalizzate (es. NDG cliente unico)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532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801368"/>
            <a:ext cx="5202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ora — Transarch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148840"/>
            <a:ext cx="520293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feed distinto per ciascun applicativo legacy: XF, SMIT2, @First PB Italy, First2, HAWK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nel formato nativo della fonte (dataschema) più una vista leggibile (displayschema)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 per applicativo, non trasversale sui domini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Estratto direttamente dagli applicativi in dismissione, alla fonte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 tecniche di sistema (ANAGRA, RAPPO2, POSIZ…)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 perso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dava UC126 che ora va ricostruito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di forza di UC126 era la sintesi: un solo modello dati, già pensato per le esigenze di consultazione della banca. Perdendo quel livello, serve una mappa esplicita per orientarsi tra le fonti.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361188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19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2331720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modello, non cinque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108960"/>
            <a:ext cx="3282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UC126 univa anagrafica, saldi e titoli in un'unica vista coerente. Oggi lo stesso dato vive in cinque fonti separate, una per applicativo.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7373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737360"/>
            <a:ext cx="361188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819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25112" y="2331720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 di business, non solo tecniche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25112" y="3108960"/>
            <a:ext cx="3282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come il codice cliente o il numero conto erano già normalizzati. Nei feed sorgente restano chiavi tecniche: ANAGRA, RAPPO2, POSIZ, WPOSPOR6MS…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737360"/>
            <a:ext cx="361188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819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19872" y="2331720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“pronto” a “da ricostruire”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19872" y="3108960"/>
            <a:ext cx="3282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dato che prima si leggeva in un report va oggi ritrovato seguendo la mappa campo-per-campo presentata in questo documento.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Dataschema, displayschema e DataTable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campo dei report UC126 abbiamo cercato il campo Transarch corrispondente: nome tecnico, nome descrittivo e tabella dati di provenienza, risalendo fino all'applicativo legacy sorgente.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9468" y="2148840"/>
            <a:ext cx="24231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908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09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Client Code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0060" y="2505456"/>
            <a:ext cx="265176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2668" y="2148840"/>
            <a:ext cx="24231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4108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Transarch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(dataschema)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041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ColumnName / DisplayName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3260" y="2505456"/>
            <a:ext cx="265176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5868" y="2148840"/>
            <a:ext cx="24231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7308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origine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73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tabella sorgente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06460" y="2505456"/>
            <a:ext cx="265176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9068" y="2148840"/>
            <a:ext cx="24231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0508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05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• SMIT2 • @First…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concreto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8862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7A0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CODANA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7A0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ANAGRA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– Client static data (anagrafe generale)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dataschema è la struttura tecnica grezza del feed; il displayschema è lo strato di presentazione leggibile costruito sopra di esso — lo stesso principio già usato in OpenProteo per i feed Transarch.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perimetro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 report di saldo giornaliero, per ora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mappatura copre oggi le famiglie di report più vicine al saldo giornaliero: anagrafica cliente, conto corrente e posizione titoli. Transazioni e report fiscali restano fuori da questo primo giro.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011680"/>
                <a:gridCol w="4572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Famiglia di report UC126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mappatura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Anagrafica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Codice cliente, tipologia, residenza fiscale, relazioni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Saldi conto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la logica di calcolo saldo contabile / saldo liquido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Posizione titoli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ISIN, quantità, prezzo, cambio,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Transazioni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Parziale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intestazioni identificate (tipo, causale, importo)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fiscali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mappato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Fuori perimetro in questo esercizio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“Mappato” = per ogni campo del report UC126 esiste un campo Transarch corrispondente, con tabella e applicativo di origine identificati.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cliente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report UC126 al feed XF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campi anagrafici sono il caso più diretto: quasi sempre un mapping 1 a 1 verso la tabella ANAGRA del feed XF — Client static data.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377440"/>
                <a:gridCol w="1828800"/>
                <a:gridCol w="31089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Report UC126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Transarch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CODANA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ANAGRA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Client static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ANAGRA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Client static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ANATYP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ANAGRA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Client static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Residence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ANAGRA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Client static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Relationships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NOME1 / TIPCOL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ANAGRA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Client static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XURAPPORTO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RAPPO2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 – Current account (rapporti)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4864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cliente (NDG) resta la chiave che lega anagrafica, conti e posizioni titoli anche nei feed verticali.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Saldi conto corrente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più delicato: non un mapping diretto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saldo non è un campo singolo: è un calcolo tra due tabelle dello stesso applicativo, guidato da una regola di business esplicita e documentata.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– Current account (saldi)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691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– Current account (movimenti)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965960"/>
            <a:ext cx="457200" cy="228600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691640"/>
            <a:ext cx="3291840" cy="777240"/>
          </a:xfrm>
          <a:prstGeom prst="rect">
            <a:avLst/>
          </a:prstGeom>
          <a:solidFill>
            <a:srgbClr val="F8DCDF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Contabile / Saldo Liquido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11457432" cy="233172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di business (documentata nell'esercizio di mappatura)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parte dal saldo alla data di fine mese precedente a quella richiesta: è il saldo “contabile”, calcolato dalla procedura di chiusura mensile dei conti correnti — non contiene ancora i movimenti con data movimento o data valuta successive.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sommano algebricamente, a parità di divisa, i movimenti intercorsi nel periodo di analisi: per il saldo contabile per data movimento, per il saldo liquido per data valuta.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0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Risultato: Saldo Contabile (KUSALDCONT) e Saldo Liquido (KUSALDLIQU), datati alla Data Calcolo Fine Mese (KUDATCALFM).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 operativa: per ricostruire un saldo storico di UC126 non basta leggere un campo — va applicata la stessa regola di calcolo su due DataTable.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titoli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ISIN, quantità, prezzo — tutto da SMIT2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posizione titoli la quasi totalità dei campi UC126 trova un corrispondente diretto in un'unica DataTable: Smit2 – Daily Position of Security Instruments.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47548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Report UC126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Transarch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DataTable / Applicativo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 Titolo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DESCRIZIONE_ISIN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QTA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DIVISA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 di mercato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PREZZO_MERCATO_DIVISA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prezzo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DATA_SALDO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di mercato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CAMBIO_MERCATO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Daily Position of Security Instruments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DOSSIER_TITOLI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SMIT2 – Safekeeping Account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6235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titolo (tipo strumento, rating, classificazione MiFID) non vive nel feed posizioni: è richiamata dall'Anagrafica Master Titoli centralizzata.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consulente del cliente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campo, tre applicativi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complesso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tutti i campi hanno una fonte unica. Per il consulente (advisor) assegnato al cliente servono tre applicativi in sequenza, legati dal codice cliente e dalla data di saldo.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5188" y="2286000"/>
            <a:ext cx="3246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6628" y="2359152"/>
            <a:ext cx="3063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SMIT2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6628" y="286435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titoli del cliente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 Position of Security Instruments)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6172" y="2711196"/>
            <a:ext cx="301752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2788" y="2286000"/>
            <a:ext cx="3246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4228" y="2359152"/>
            <a:ext cx="3063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XF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4228" y="286435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static data: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cliente CS a 6 cifre (NDG)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3772" y="2711196"/>
            <a:ext cx="301752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388" y="2286000"/>
            <a:ext cx="3246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1828" y="2359152"/>
            <a:ext cx="3063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@First PB Italy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1828" y="286435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Advisor: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consulente attivo a quella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10515600" cy="137160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22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ricompone il campo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14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codice cliente presente in SMIT2 si risale, tramite XF – Client static data, al codice cliente CS a 6 cifre (NDG). Con quel codice e la data di saldo si interroga il file @First “Assignation Advisor” e si ottiene il consulente (codice e nome) attivo in quella data.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campo nel feed: è una join tra tre fonti. Lo stesso pattern vale per i prodotti assicurativi e i fondi comuni gestiti da @First PB Italy.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 e oltre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resta da completare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 transazioni sono state identificate le intestazioni principali; il dettaglio riga per riga seguirà lo stesso metodo già validato su anagrafica, saldi e titoli.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377440"/>
                <a:gridCol w="219456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Report UC126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Transarch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2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movimento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CAUSA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WPOSPOR6MS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 movimento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NUMNOT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WPOSPOR6MS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Importo (con segno)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WPOSPOR6MS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operazione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DATOPE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WPOSPOR6MS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Divisa / controvalore 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MONRO2 / CAMBO2 / IMPOR2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WPOSPOR6MS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Dettaglio riga per riga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completare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solidFill>
            <a:srgbClr val="F3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4864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fiscali (tax report): non ancora presi in carico in questo esercizio — restano fuori perimetro.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ritroverai i dati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report unico ai feed verticali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domani non chiederai più “il report UC126 X”: seguirai questi tre passi per arrivare al feed Transarch giusto.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63928" y="178308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3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5188" y="2423160"/>
            <a:ext cx="32461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6628" y="30769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 dal vecchio campo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report UC126 che cercavi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6172" y="2916936"/>
            <a:ext cx="301752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21528" y="178308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15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72788" y="2423160"/>
            <a:ext cx="32461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4228" y="30769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Cercalo nella mappa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(ColumnName + DataTable)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3772" y="2916936"/>
            <a:ext cx="301752" cy="201168"/>
          </a:xfrm>
          <a:prstGeom prst="rightArrow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79128" y="178308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91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30388" y="2423160"/>
            <a:ext cx="32461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1828" y="30769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al feed Transarch giusto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leggilo via displayschema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solidFill>
            <a:srgbClr val="F8DCDF"/>
          </a:solidFill>
          <a:ln w="9525">
            <a:solidFill>
              <a:srgbClr val="A81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336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ai campi calcolati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campi diretti (anagrafica, la maggior parte dei titoli) la mappa dà nome campo + tabella + applicativo. Per i campi calcolati o derivati da più fonti — saldi, consulente cliente — la mappa riporta anche la regola di business da applicare, non solo il nome del campo.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 operativo: la mappatura completa vive nel workbook di lavoro condiviso con il team (Application mapping WORK / Transarch_feeds_fields).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  </a:t>
            </a:r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cambia, cosa resta, cosa segue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118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8132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cambia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3282696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contenuto informativo resta lo stesso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logica di business dietro i saldi è la stessa — ora è esplicita e documentata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cliente (NDG) resta la chiave che lega tutti i domini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371600"/>
            <a:ext cx="36118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48132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25112" y="1828800"/>
            <a:ext cx="3282696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 unico diventa tre o più feed verticali, uno per applicativo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Alcuni campi richiedono un calcolo tra tabelle, non un mapping diretto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Servono le chiavi tecniche giuste (ANAGRA, RAPPO2, POSIZ…) per orientarsi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6118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48132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19872" y="1828800"/>
            <a:ext cx="3282696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la mappatura a Transazioni e Report fiscali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Consolidare la mappa in un documento di riferimento versionato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i casi a più applicativi con Soffici, Mistrini, Donatone, Gorla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2026-07-20T07:25:59Z</dcterms:created>
  <dcterms:modified xsi:type="dcterms:W3CDTF">2026-07-20T07:25:59Z</dcterms:modified>
</cp:coreProperties>
</file>